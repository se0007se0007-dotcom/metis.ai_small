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DeepEval  vs  Metis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평가 체계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오픈소스(DeepEval)와 Metis 내장 평가기 비교 · 2026-06-29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메트릭 라이브러리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438912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거버넌스 플랫폼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개요 — 서로 다른 범주, 상호보완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17236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317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DeepEval (confident-ai)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6771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개발자용 오픈소스 LLM 평가 "테스트 라이브러리" (Python, pytest 스타일)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50+개의 연구 기반 메트릭 제공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품질 검증 · CI 게이트에 강함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G-Eval · DeepTeam(레드팀) 포함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371600"/>
            <a:ext cx="5317236" cy="640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323076" y="1371600"/>
            <a:ext cx="5317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Metis 평가기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43116" y="2240280"/>
            <a:ext cx="46771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에이전트를 실시간·지속 평가하는 거버넌스 플랫폼 (TS/Node)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멀티테넌트 SaaS · 단계별 영구기록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7-게이트 + ORB 승인 워크플로우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비용/FinOps · 이상탐지 · 증거팩 감사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항목별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DeepEval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Metis 평가기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단위테스트 라이브러리 (Python)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지속평가 + 거버넌스 (TS, 멀티테넌트)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메트릭 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50+개 연구기반 (G-Eval·RAG·대화형)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4대 게이트 + ORB 5대 영역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LLM-judge 중심 (G-Eval, CoT)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통계(F1·Jaccard·LCS) + judge 30/70 블렌딩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평가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faithfulness·contextual recall (강점)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중첩 할루시네이션 + judge 1차원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대화형(멀티턴)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knowledge retention·role adherence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ConversationEvaluator (휴리스틱)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보안/레드팀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DeepTeam 별도 (탈옥·인젝션·PII)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+ 한국형 PII(주민번호·성명)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이상탐지(드리프트)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(스냅샷)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Z-score·IQR·회귀 시계열 (강점)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비용/FinOps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단가·효율·절감액·FinOps 연동 (강점)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멀티테넌트/거버넌스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(클라우드는 유료)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34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ORB 승인·증거팩·테넌트 격리 (강점)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DeepEval 강점 / 약점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17236" cy="56692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317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연구 기반 메트릭 — RAG·대화형이 넓고 검증됨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G-Eval: 임의 기준을 LLM-judge로 0~1 점수화 (유연)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DeepTeam 레드팀(탈옥·인젝션·PII·SQLi) 연동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통합 → 배포 전 CI 게이트로 적합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371600"/>
            <a:ext cx="5317236" cy="566928"/>
          </a:xfrm>
          <a:prstGeom prst="rect">
            <a:avLst/>
          </a:prstGeom>
          <a:solidFill>
            <a:srgbClr val="B3453E"/>
          </a:solidFill>
          <a:ln/>
        </p:spPr>
      </p:sp>
      <p:sp>
        <p:nvSpPr>
          <p:cNvPr id="10" name="Text 8"/>
          <p:cNvSpPr/>
          <p:nvPr/>
        </p:nvSpPr>
        <p:spPr>
          <a:xfrm>
            <a:off x="6323076" y="1371600"/>
            <a:ext cx="5317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3116" y="214884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메트릭이 LLM-judge 기반 → 비용·지연 큼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정확도류 메트릭은 정답셋(ground truth) 필요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멀티테넌트·드리프트·FinOps·거버넌스·한국형 보안 없음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단독 → TS 스택과 직접 통합 아님(사이드카 필요)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Metis 평가기 강점 / 약점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17236" cy="56692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317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멀티테넌트 실시간 단계별 평가 + 영구기록·대시보드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이상/드리프트 탐지(Z-score·IQR·회귀)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비용/FinOps 연동 · 한국형 PII 보안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ORB 승인(가중채점+M1~M7) · 증거팩 해시체인 감사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통계+judge 블렌딩 + 샘플링·예산캡(비용 통제 내장)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13716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371600"/>
            <a:ext cx="5317236" cy="566928"/>
          </a:xfrm>
          <a:prstGeom prst="rect">
            <a:avLst/>
          </a:prstGeom>
          <a:solidFill>
            <a:srgbClr val="B3453E"/>
          </a:solidFill>
          <a:ln/>
        </p:spPr>
      </p:sp>
      <p:sp>
        <p:nvSpPr>
          <p:cNvPr id="10" name="Text 8"/>
          <p:cNvSpPr/>
          <p:nvPr/>
        </p:nvSpPr>
        <p:spPr>
          <a:xfrm>
            <a:off x="6323076" y="1371600"/>
            <a:ext cx="5317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3116" y="214884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메트릭 종류가 적고 휴리스틱 비중 높음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faithfulness·대화형 메트릭 깊이가 얕음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평가가 레퍼런스/골든셋 없는 휴리스틱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Metis의 골든셋 · 대화형 평가 현황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9344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9344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481328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단일턴 골든셋(정답셋) 평가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94560" y="1810512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 API의 groundTruth → 정확도(F1·Jaccard·LCS) + judge 30/70 블렌딩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33472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33472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505456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리플레이 골든셋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194560" y="2834640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 데이터셋 + expectedOutput + golden 태그 + 출력 diff 채점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57600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A9791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휴리스틱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3529584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대화형(멀티턴) 평가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94560" y="3858768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ConversationEvaluator(맥락유지·일관성·점진심화) — 레퍼런스 없음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BEDEA"/>
          </a:solidFill>
          <a:ln w="12700">
            <a:solidFill>
              <a:srgbClr val="B345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89704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5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pPr indent="0" marL="0">
              <a:buNone/>
            </a:pPr>
            <a:r>
              <a:rPr lang="en-US" sz="1350" dirty="0">
                <a:solidFill>
                  <a:srgbClr val="7A2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"대화형 + 골든셋 결합" 채점은 현재 미지원 — 멀티턴 정답셋을 주입해 채점하는 경로만 신설하면 보완됩니다.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도입 유의점 · 활용 방향 · 결론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60704"/>
            <a:ext cx="10058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1723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17236" cy="548640"/>
          </a:xfrm>
          <a:prstGeom prst="rect">
            <a:avLst/>
          </a:prstGeom>
          <a:solidFill>
            <a:srgbClr val="A9791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시 유의점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771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LLM-judge 기반 메트릭 多 → 비용·지연 큼 → 샘플링·예산캡 필수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메트릭은 정답셋(ground truth) 있어야 제값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 프롬프트 인젝션 방어(nonce 델리미터) 유지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1371600"/>
            <a:ext cx="531723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371600"/>
            <a:ext cx="5317236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323076" y="1371600"/>
            <a:ext cx="5317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방향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3116" y="2103120"/>
            <a:ext cx="46771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DeepEval을 Metis 내 "메트릭 엔진"으로 흡수(경쟁 X)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DeepEval(Python)을 finops-platform 옆 평가 사이드카로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역할분담: RAG·대화형=DeepEval / 보안·비용·이상·거버넌스=Metis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99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메트릭의 "과학"은 DeepEval, 운영·거버넌스는 Metis가 우위 — 보완적 통합이 최선.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검토: (1) DeepEval 사이드카 PoC  (2) 대화형 골든셋 채점 경로 신설  (3) LLM-judge 비용 통제(샘플링·예산캡)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DeepEval vs Metis 평가 체계 비교</dc:title>
  <dc:subject>PptxGenJS Presentation</dc:subject>
  <dc:creator>Metis</dc:creator>
  <cp:lastModifiedBy>Metis</cp:lastModifiedBy>
  <cp:revision>1</cp:revision>
  <dcterms:created xsi:type="dcterms:W3CDTF">2026-06-29T10:52:48Z</dcterms:created>
  <dcterms:modified xsi:type="dcterms:W3CDTF">2026-06-29T10:52:48Z</dcterms:modified>
</cp:coreProperties>
</file>